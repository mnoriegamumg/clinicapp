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4" r:id="rId8"/>
    <p:sldId id="261" r:id="rId9"/>
    <p:sldId id="262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1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50B496-631D-4C8F-A7D2-14B053E0D8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Implementación control de citas</a:t>
            </a:r>
            <a:endParaRPr lang="es-G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F5EA4D-312D-4334-8324-25EBB6DF0E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err="1"/>
              <a:t>Clinica</a:t>
            </a:r>
            <a:r>
              <a:rPr lang="es-ES" dirty="0"/>
              <a:t> PROSAMED</a:t>
            </a:r>
            <a:endParaRPr lang="es-GT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040B9F-C1B7-40D7-85BE-49B20ED7A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875" y="171450"/>
            <a:ext cx="6407150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830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69E006-C94D-420A-9003-1CB563D67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Carta de compromiso</a:t>
            </a:r>
            <a:endParaRPr lang="es-GT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88C9FAC-F5D4-4F1E-A80E-54AD42B1D9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805" r="4657" b="29722"/>
          <a:stretch/>
        </p:blipFill>
        <p:spPr>
          <a:xfrm>
            <a:off x="3828103" y="1314449"/>
            <a:ext cx="4258622" cy="530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535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E3E5C-1580-4D7F-83DD-483AD8E2A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b="1" dirty="0"/>
              <a:t>DATOS DEL ALUMNO</a:t>
            </a:r>
            <a:endParaRPr lang="es-GT" sz="4400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8F1F9C-0068-4623-9EEB-7E73C3483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200" dirty="0"/>
              <a:t>MELVIN ELIUD NORIEGA MONTUFAR</a:t>
            </a:r>
          </a:p>
          <a:p>
            <a:r>
              <a:rPr lang="es-ES" sz="3200" dirty="0"/>
              <a:t>CURSO DE SEMINARIO DE TECNOLOGÍAS DE INFORMACION</a:t>
            </a:r>
          </a:p>
          <a:p>
            <a:r>
              <a:rPr lang="es-ES" sz="3200" dirty="0"/>
              <a:t>2990-09-3516</a:t>
            </a:r>
          </a:p>
          <a:p>
            <a:endParaRPr lang="es-GT" sz="3200" dirty="0"/>
          </a:p>
        </p:txBody>
      </p:sp>
    </p:spTree>
    <p:extLst>
      <p:ext uri="{BB962C8B-B14F-4D97-AF65-F5344CB8AC3E}">
        <p14:creationId xmlns:p14="http://schemas.microsoft.com/office/powerpoint/2010/main" val="2262905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67F839-C48A-4924-BC55-3C76E6945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MANUAL TÉCNICO</a:t>
            </a:r>
            <a:endParaRPr lang="es-GT" dirty="0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0F669B3F-DE44-443A-9B43-59DE44BE9E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2903" y="1570258"/>
            <a:ext cx="8911687" cy="4341592"/>
          </a:xfrm>
        </p:spPr>
      </p:pic>
    </p:spTree>
    <p:extLst>
      <p:ext uri="{BB962C8B-B14F-4D97-AF65-F5344CB8AC3E}">
        <p14:creationId xmlns:p14="http://schemas.microsoft.com/office/powerpoint/2010/main" val="1095197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A838D-376C-4D8C-B705-65CD1E980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FOTOS INSTALACION</a:t>
            </a:r>
            <a:endParaRPr lang="es-GT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DCF80188-DAC5-4517-94B3-15C52D96B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197" y="1327530"/>
            <a:ext cx="4651227" cy="348842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23B7857D-97CE-419F-A5D2-810F405DA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21" y="3071740"/>
            <a:ext cx="2616315" cy="348842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CDE35F95-D44A-4214-86B0-F1454C3B2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612" y="1312180"/>
            <a:ext cx="4448027" cy="333602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AE93327C-09AC-4350-B520-C6DA638D6D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1822" y="3071740"/>
            <a:ext cx="2616315" cy="348842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220D237F-03F4-450C-9B3B-A284CEC777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512" y="3071740"/>
            <a:ext cx="4651227" cy="348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567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70B4A3-7D40-4133-9501-8AC22D0A5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CAPACITACION</a:t>
            </a:r>
            <a:endParaRPr lang="es-GT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D0C66B1-5148-40A5-9E10-89CC35A0A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428" y="1905000"/>
            <a:ext cx="5172000" cy="3879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31F11A4-605F-49D5-92EF-955A8A6AC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44" y="1905000"/>
            <a:ext cx="5172000" cy="387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6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8276A-7226-455F-8F7F-BD6533790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CAPACITACION</a:t>
            </a:r>
            <a:endParaRPr lang="es-GT" dirty="0"/>
          </a:p>
        </p:txBody>
      </p:sp>
      <p:pic>
        <p:nvPicPr>
          <p:cNvPr id="4" name="WhatsApp Video 2026-10-05 at 3.56.21 PM">
            <a:hlinkClick r:id="" action="ppaction://media"/>
            <a:extLst>
              <a:ext uri="{FF2B5EF4-FFF2-40B4-BE49-F238E27FC236}">
                <a16:creationId xmlns:a16="http://schemas.microsoft.com/office/drawing/2014/main" id="{2D18A2EE-B114-4303-A71C-2DEEE01CB39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37643" y="1800224"/>
            <a:ext cx="7825581" cy="4402005"/>
          </a:xfrm>
        </p:spPr>
      </p:pic>
    </p:spTree>
    <p:extLst>
      <p:ext uri="{BB962C8B-B14F-4D97-AF65-F5344CB8AC3E}">
        <p14:creationId xmlns:p14="http://schemas.microsoft.com/office/powerpoint/2010/main" val="324729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7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D386E-A1A4-48CB-8453-9DB14411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CAPACITACION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A4D20DA-80F3-4BC3-872C-C88CFC454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322" y="1623789"/>
            <a:ext cx="5418668" cy="304800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17A3603-896F-425F-A9E0-84D61EE69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428" y="3243040"/>
            <a:ext cx="5418668" cy="304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840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7601D-8E46-46D7-9E73-EE302C725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FOTOS DE USO DE SISTEMA</a:t>
            </a:r>
            <a:endParaRPr lang="es-GT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2C69F25-0098-4C78-BA8E-4FBFF93CA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75" y="1312180"/>
            <a:ext cx="5619700" cy="421477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C6FED6F-6309-4864-B8F4-A3669DF75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376" y="2443200"/>
            <a:ext cx="5619700" cy="42147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CC6E425-7699-4685-8AD4-C1022738B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775" y="1321612"/>
            <a:ext cx="5619700" cy="42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61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DDA5D-81AE-491F-975F-B1F78262D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Clínica PROSAMED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A446E1-CC7A-441F-B6E3-01BB8E746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sistema fue instalado de forma local, para uso local dentro de la red.</a:t>
            </a:r>
          </a:p>
          <a:p>
            <a:r>
              <a:rPr lang="es-ES" dirty="0"/>
              <a:t>Se desarrollo un archivo .bat que ejecuta e inicia los servicios </a:t>
            </a:r>
            <a:r>
              <a:rPr lang="es-ES" dirty="0" err="1"/>
              <a:t>mysql</a:t>
            </a:r>
            <a:r>
              <a:rPr lang="es-ES" dirty="0"/>
              <a:t>, java y también el </a:t>
            </a:r>
            <a:r>
              <a:rPr lang="es-ES" dirty="0" err="1"/>
              <a:t>Frontend</a:t>
            </a:r>
            <a:r>
              <a:rPr lang="es-ES" dirty="0"/>
              <a:t>.</a:t>
            </a:r>
          </a:p>
          <a:p>
            <a:r>
              <a:rPr lang="es-ES" dirty="0"/>
              <a:t>La clínica está ubicada en la avenida principal 3-43 En el municipio de San Pedro Sacatepéquez.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840365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EADBF-B1AD-4F5A-A740-F487CBDAF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CARTA DE ACEPTACIÓN</a:t>
            </a:r>
            <a:endParaRPr lang="es-GT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26E6D33-656D-4880-940B-488C0A0919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139" r="4966" b="33750"/>
          <a:stretch/>
        </p:blipFill>
        <p:spPr>
          <a:xfrm>
            <a:off x="3723328" y="1381125"/>
            <a:ext cx="4306247" cy="514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659274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98</TotalTime>
  <Words>94</Words>
  <Application>Microsoft Office PowerPoint</Application>
  <PresentationFormat>Panorámica</PresentationFormat>
  <Paragraphs>18</Paragraphs>
  <Slides>11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Espiral</vt:lpstr>
      <vt:lpstr>Implementación control de citas</vt:lpstr>
      <vt:lpstr>Carta de compromiso</vt:lpstr>
      <vt:lpstr>DATOS DEL ALUMNO</vt:lpstr>
      <vt:lpstr>MANUAL TÉCNICO</vt:lpstr>
      <vt:lpstr>FOTOS INSTALACION</vt:lpstr>
      <vt:lpstr>CAPACITACION</vt:lpstr>
      <vt:lpstr>CAPACITACION</vt:lpstr>
      <vt:lpstr>CAPACITACION</vt:lpstr>
      <vt:lpstr>FOTOS DE USO DE SISTEMA</vt:lpstr>
      <vt:lpstr>Clínica PROSAMED</vt:lpstr>
      <vt:lpstr>CARTA DE ACEPTACIÓN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Implementacion control de citas</dc:title>
  <dc:creator>Melvin Noriega</dc:creator>
  <cp:lastModifiedBy>Melvin Noriega</cp:lastModifiedBy>
  <cp:revision>6</cp:revision>
  <dcterms:created xsi:type="dcterms:W3CDTF">2026-10-07T12:25:38Z</dcterms:created>
  <dcterms:modified xsi:type="dcterms:W3CDTF">2026-10-07T14:03:58Z</dcterms:modified>
</cp:coreProperties>
</file>